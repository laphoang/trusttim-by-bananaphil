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B8F6F3-1770-433B-BE95-16DE003308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5FB17F-9E87-4C6A-806C-B0D7BE69F3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90EC36-F1F0-40C0-9B43-E0E9C989AA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DE03EE-C041-4F7C-B1DA-58DF34B2FD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41083A-15D6-4925-932C-B17DB35AB4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B22BE3-D911-4259-A655-F8F766EB52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897B62-6449-4D91-B1BF-C0B08BCC21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BB1F5D-7CFF-4D56-B9F2-AB3317DE8F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25D18F-04D5-4A5D-9ED2-EC82F7B582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1EC204-2C63-4A10-9E21-836F9B07C2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4914BA-A21A-4DD7-9F1B-0A51AD8DC2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2286000"/>
            <a:ext cx="10332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Noto Sans CJK SC"/>
              </a:rPr>
              <a:t>TrustTim </a:t>
            </a:r>
            <a:r>
              <a:rPr lang="en-US" sz="2200" b="1" u="none" strike="noStrike">
                <a:solidFill>
                  <a:srgbClr val="1F2937"/>
                </a:solidFill>
                <a:effectLst/>
                <a:uFillTx/>
                <a:latin typeface="Calibri"/>
                <a:ea typeface="Noto Sans CJK SC"/>
              </a:rPr>
              <a:t>by BananaPhil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006200" y="3137400"/>
            <a:ext cx="1279800" cy="6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315396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Real hospital answers, grounded in the hospital's own knowledge. Never invented.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51206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Team BananaPhil  ·  VAIC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Live: https://trusttim-by-bananaphil.vercel.app/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8869680" y="320040"/>
            <a:ext cx="2925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BUSINESS · PROBLEMS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The Pain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548640" y="1463040"/>
            <a:ext cx="1106388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2,500–3,000 outpatients a day. A jammed hotline and long reception queues.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The same logistics questions, all day long: “Is my BHYT accepted? What does this procedure cost? When is Dr. X in? How do I book?”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And hidden in that flood — someone typing “I have chest pain right now and can’t breathe.”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548640" y="5212080"/>
            <a:ext cx="11063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“Every day at reception, routine questions bury the one that’s actually an emergency.”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8869680" y="32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AI-NATIVE 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The Solution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548640" y="1417320"/>
            <a:ext cx="110638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One assistant, five topics, safety first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548640" y="2103120"/>
            <a:ext cx="6537960" cy="23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TrustTim answers BHYT/pricing, procedures, hospital info, doctor schedules, and booking — all grounded only in the hospital’s own knowledge base. It never invents.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Multi-label: one message can hit more than one topic at once, and TrustTim answers all of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Safety-first underneath: every message is still triaged for emergency before anything else runs — more on that later.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72000" y="1143000"/>
            <a:ext cx="4800600" cy="481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8869680" y="32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TECHNICAL IMPLEMENTATION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Technical Implementation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48640" y="1417320"/>
            <a:ext cx="11063880" cy="30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Next.js on Vercel, TypeScript throughout — live today, not a prototype.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Supabase Postgres + pgvector: hybrid dense (Vietnamese embeddings) ⊕ keyword (full-text) retrieval, fused via reciprocal rank fusion — not one brittle search path.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Dockerized, every model endpoint env-swappable — moving provider or hospital is a config change, not a rewrite.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Modular codebase: guardrails, retrieval, and generation are isolated modules, orchestrated by one pipeline function.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Committed, runnable eval harness — npm run eval (emergency recall, scope accuracy, retrieval recall/precision, cost &amp; latency), plus an offline npm run selfcheck. Not “trust us” — a number you can rerun yourself.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7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Structured per-turn logs; stateless; no PII stored.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8869680" y="32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AI-NATIVE 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AI-Native 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55200" y="22860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Message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6"/>
          <p:cNvSpPr/>
          <p:nvPr/>
        </p:nvSpPr>
        <p:spPr>
          <a:xfrm>
            <a:off x="2511360" y="22860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5875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Severity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guardrail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(fails safe)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7"/>
          <p:cNvSpPr/>
          <p:nvPr/>
        </p:nvSpPr>
        <p:spPr>
          <a:xfrm>
            <a:off x="4367520" y="22860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F4F4F5"/>
          </a:solidFill>
          <a:ln w="15875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Intent 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scope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6224040" y="22860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F4F4F5"/>
          </a:solidFill>
          <a:ln w="15875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Hybrid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retrieval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8080200" y="22860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F4F4F5"/>
          </a:solidFill>
          <a:ln w="15875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Reranker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grounding gate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0"/>
          <p:cNvSpPr/>
          <p:nvPr/>
        </p:nvSpPr>
        <p:spPr>
          <a:xfrm>
            <a:off x="9936360" y="2286000"/>
            <a:ext cx="1599840" cy="1051200"/>
          </a:xfrm>
          <a:prstGeom prst="roundRect">
            <a:avLst>
              <a:gd name="adj" fmla="val 16667"/>
            </a:avLst>
          </a:prstGeom>
          <a:solidFill>
            <a:srgbClr val="F4F4F5"/>
          </a:solidFill>
          <a:ln w="15875">
            <a:solidFill>
              <a:srgbClr val="1F293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tIns="45000" rIns="50760" bIns="45000" anchor="ctr">
            <a:noAutofit/>
          </a:bodyPr>
          <a:p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Grounded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generation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citations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2255400" y="25833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4111560" y="25833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5967720" y="25833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7824240" y="25833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5"/>
          <p:cNvSpPr/>
          <p:nvPr/>
        </p:nvSpPr>
        <p:spPr>
          <a:xfrm>
            <a:off x="9680400" y="2583360"/>
            <a:ext cx="25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→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6"/>
          <p:cNvSpPr/>
          <p:nvPr/>
        </p:nvSpPr>
        <p:spPr>
          <a:xfrm>
            <a:off x="548640" y="3931920"/>
            <a:ext cx="11063880" cy="10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AI at three layers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: intent classification, retrieval, generation.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Pay-as-you-go architecture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: use APIs for retrieval &amp; Vietnamese embeddings from FPT AI Factory, and OpenAI for LLM inference.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8869680" y="32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TECHNICAL · SAFETY · UX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Live Demo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548640" y="2767680"/>
            <a:ext cx="58521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“First, watch it answer real hospital questions across every topic. Then watch what </a:t>
            </a:r>
            <a:r>
              <a:rPr lang="en-US" sz="2400" b="0" i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happens the moment a question isn’t routine.”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548640" y="644652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See Live-Demo-Script.md for the full demo run.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6629400" y="914760"/>
            <a:ext cx="5244840" cy="52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8869680" y="32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SAFETY · UX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Why It’s Trustworthy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548640" y="1463040"/>
            <a:ext cx="11063880" cy="23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Emergency taxonomy authored by a real doctor on our team, tuned for recall on the serious class.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Grounding gate → “I don’t know — here’s the official channel” instead of hallucinating.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Every answer cites its source; snapshot / synthetic data is explicitly labelled.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Fails safe: if the classifier errors, it escalates rather than guesses.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The same eval harness from the Technical slide, read differently: emergency recall is the number that matters most here.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548640" y="644652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The payoff — the doctor’s edge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8869680" y="32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BUSINESS FEASIBILITY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548640" y="3200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Business &amp; Pilot Roadmap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4"/>
          <p:cNvSpPr/>
          <p:nvPr/>
        </p:nvSpPr>
        <p:spPr>
          <a:xfrm>
            <a:off x="548640" y="1005840"/>
            <a:ext cx="822600" cy="504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548640" y="1463040"/>
            <a:ext cx="1106388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Who pays: the hospital — TrustTim deflects hotline/reception load; every FAQ it absorbs frees CSKH staff for the cases that need a human.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Pilot: a 3-month pilot at Hanoi Heart Hospital’s Voluntary Department — start read-only (FAQ + triage), then wire the live booking/EMR endpoint behind the existing /api/booking.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Market: every Vietnamese hospital has this exact problem; TrustTim is env-swappable to any hospital’s knowledge base — change config, not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•  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Honest scope: booking is mocked and schedule/pricing are dated snapshots — both clearly labelled, each with a concrete next step.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548640" y="644652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Doctor delivers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48640" y="2011680"/>
            <a:ext cx="110638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“As a doctor, I would put this in front of my patients tomorrow.”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914400" y="347472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Grounded.  Safe.  Deployable.  AI-native.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932760" y="4114800"/>
            <a:ext cx="1279800" cy="6300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8360" rIns="90000" bIns="183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914400" y="51206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Live: https://trusttim-by-bananaphil.vercel.app/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</a:rPr>
              <a:t>Team BananaPhil — thank you.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2026-07-19T10:42:29Z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