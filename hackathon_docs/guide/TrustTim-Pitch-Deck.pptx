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5400" b="1" i="0">
                <a:solidFill>
                  <a:srgbClr val="1F2937"/>
                </a:solidFill>
                <a:latin typeface="Calibri"/>
              </a:rPr>
              <a:t>TrustTim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2788920"/>
            <a:ext cx="128016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 i="0">
                <a:solidFill>
                  <a:srgbClr val="1F2937"/>
                </a:solidFill>
                <a:latin typeface="Calibri"/>
              </a:rPr>
              <a:t>Real hospital answers, grounded in the hospital's own knowledge. Never invented.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6B7280"/>
                </a:solidFill>
                <a:latin typeface="Calibri"/>
              </a:rPr>
              <a:t>Team BananaPhil  ·  VAIC 2026</a:t>
            </a:r>
          </a:p>
          <a:p>
            <a:r>
              <a:rPr sz="1400" b="0" i="0">
                <a:solidFill>
                  <a:srgbClr val="C0392B"/>
                </a:solidFill>
                <a:latin typeface="Calibri"/>
              </a:rPr>
              <a:t>Live: https://trusttim-by-bananaphil.vercel.app/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BUSINESS ·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The Pain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2,500–3,000 outpatients a day. A jammed hotline and long reception queues.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The same logistics questions, all day long: “Is my BHYT accepted? What does this procedure cost? When is Dr. X in? How do I book?”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And hidden in that flood — someone typing “I have chest pain right now and can’t breathe.”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1">
                <a:solidFill>
                  <a:srgbClr val="1F2937"/>
                </a:solidFill>
                <a:latin typeface="Calibri"/>
              </a:rPr>
              <a:t>“Every day at reception, routine questions bury the one that’s actually an emergency.”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6B7280"/>
                </a:solidFill>
                <a:latin typeface="Calibri"/>
              </a:rPr>
              <a:t>Doctor opens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AI-NATIVE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The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C0392B"/>
                </a:solidFill>
                <a:latin typeface="Calibri"/>
              </a:rPr>
              <a:t>One assistant, five topics, one language people actually speak.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10642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TrustTim answers BHYT/pricing, procedures, hospital info, doctor schedules, and booking — all grounded only in the hospital’s own knowledge base. It never invents.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Multi-label: one message can hit more than one topic at once, and TrustTim answers all of them.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Safety-first underneath: every message is still triaged for emergency before anything else runs — more on that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TECHNICAL · AI-NATIVE ·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What 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Calibri"/>
              </a:rPr>
              <a:t>Three ways to respond: answer, act, or escalate.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64239" cy="3456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61841"/>
                <a:gridCol w="730239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Message type</a:t>
                      </a:r>
                    </a:p>
                  </a:txBody>
                  <a:tcPr marT="38100" marB="38100" marL="101600" anchor="ctr"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TrustTim does</a:t>
                      </a:r>
                    </a:p>
                  </a:txBody>
                  <a:tcPr marT="38100" marB="38100" marL="101600" anchor="ctr">
                    <a:solidFill>
                      <a:srgbClr val="C0392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Booking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Per-facility CTA — CS1 → Zalo, CS2 → website, + 1900 1082 hotline (no KB lookup)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BHYT &amp; pricing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Grounded, cited answer; pricing renders as a table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Procedures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Grounded, cited answer (outpatient reception / exam flow)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Hospital info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Grounded, cited answer (departments, location, contact, policies)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Doctor schedule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Grounded, cited answer; freshness-labelled snapshot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Normal symptom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Fixed “can’t diagnose — please book” redirect + booking CTA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Emergency symptom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Fixed 115 escalation + support-case handoff; halts immediately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Off-topic / unsafe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Polite decline → hotline</a:t>
                      </a:r>
                    </a:p>
                  </a:txBody>
                  <a:tcPr marT="38100" marB="38100" marL="101600" anchor="ctr">
                    <a:solidFill>
                      <a:srgbClr val="F4F4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6B7280"/>
                </a:solidFill>
                <a:latin typeface="Calibri"/>
              </a:rPr>
              <a:t>Multi-label: one message can trigger several at once (e.g. info + booking).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TECHNICAL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Technical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Next.js on Vercel, TypeScript throughout — live today, not a prototype.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Supabase Postgres + pgvector: hybrid dense (Vietnamese embeddings) ⊕ keyword (full-text) retrieval, fused via reciprocal rank fusion — not one brittle search path.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Dockerized, every model endpoint env-swappable — moving provider or hospital is a config change, not a rewrite.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Modular codebase: guardrails, retrieval, and generation are isolated modules, orchestrated by one pipeline function.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Committed, runnable eval harness — npm run eval → RESULTS.md (emergency recall, scope accuracy, retrieval recall/precision, cost &amp; latency), plus an offline npm run selfcheck. Not “trust us” — a number you can rerun yourself.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Structured per-turn logs; stateless; no PII stored.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AI-NATIVE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AI-Native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5167" y="2286000"/>
            <a:ext cx="160020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1399" y="2286000"/>
            <a:ext cx="1600200" cy="105156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Severity
guardrail
(fails safe)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7631" y="2286000"/>
            <a:ext cx="1600200" cy="1051560"/>
          </a:xfrm>
          <a:prstGeom prst="roundRect">
            <a:avLst/>
          </a:prstGeom>
          <a:solidFill>
            <a:srgbClr val="F4F4F5"/>
          </a:solidFill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Intent /
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2286000"/>
            <a:ext cx="1600200" cy="1051560"/>
          </a:xfrm>
          <a:prstGeom prst="roundRect">
            <a:avLst/>
          </a:prstGeom>
          <a:solidFill>
            <a:srgbClr val="F4F4F5"/>
          </a:solidFill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Hybrid
retrieval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0095" y="2286000"/>
            <a:ext cx="1600200" cy="1051560"/>
          </a:xfrm>
          <a:prstGeom prst="roundRect">
            <a:avLst/>
          </a:prstGeom>
          <a:solidFill>
            <a:srgbClr val="F4F4F5"/>
          </a:solidFill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Reranker +
grounding gate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36327" y="2286000"/>
            <a:ext cx="1600200" cy="1051560"/>
          </a:xfrm>
          <a:prstGeom prst="roundRect">
            <a:avLst/>
          </a:prstGeom>
          <a:solidFill>
            <a:srgbClr val="F4F4F5"/>
          </a:solidFill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Grounded
generation +
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2583180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1599" y="2583180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7831" y="2583180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4063" y="2583180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0295" y="2583180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110642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AI at three layers: triage, retrieval, generation.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Sovereign-cloud: retrieval on FPT AI Factory (Vietnam data residency).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TECHNICAL · SAFETY ·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0" i="1">
                <a:solidFill>
                  <a:srgbClr val="1F2937"/>
                </a:solidFill>
                <a:latin typeface="Calibri"/>
              </a:rPr>
              <a:t>“First, watch it answer real hospital questions across every topic. Then watch what happens the moment a question isn’t routine.”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6B7280"/>
                </a:solidFill>
                <a:latin typeface="Calibri"/>
              </a:rPr>
              <a:t>See Live-Demo-Script.md for the full demo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SAFETY ·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Why It’s Trustworthy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Emergency taxonomy authored by a real cardiologist on our team, tuned for recall on the serious class.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Grounding gate → “I don’t know — here’s the official channel” instead of hallucinating.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Every answer cites its source; snapshot / synthetic data is explicitly labelled.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Fails safe: if the classifier errors, it escalates rather than guesses.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The same eval harness from the Technical slide, read differently: emergency recall is the number that matters most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6B7280"/>
                </a:solidFill>
                <a:latin typeface="Calibri"/>
              </a:rPr>
              <a:t>The payoff — the doctor’s edge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BUSINESS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Cost &amp; Unit Economics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Calibri"/>
              </a:rPr>
              <a:t>100% pay-as-you-go — every token metered, zero idle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10642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No fixed infrastructure: serverless hosting + metered model APIs. Idle cost ≈ $0 — you pay per message, nothing when no one is asking. No reserved GPU, no always-on server.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The safety design is also a cost design: emergency = 1 model call; booking / off-topic = a fixed reply with no LLM generation — roughly a third of traffic never touches the expensive path. A full grounded answer is at most 5 metered calls.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Compact retrieval: a few thousand tokens per turn vs. ~50k for naive “dump-everything” RAG.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Metered rates (retrieval, FPT AI Factory): embeddings $0.011 / 1M tokens, rerank $0.022 / 1M tokens; generation billed per-token on the LLM API.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Measured, not hand-waved: the committed eval harness run cost $0.0021 for 52 turns (RESULTS.md).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Hospital-scale projection: low single-digit USD/day at 2,500–3,000 conversations/day — benchmarked against a real Vietnamese admissions RAG assistant at ~$2/day for 2,000–4,000 conversations/day.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Demo cost ≈ $0 — covered by FPT AI Factory free credits.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3200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1" i="0">
                <a:solidFill>
                  <a:srgbClr val="C0392B"/>
                </a:solidFill>
                <a:latin typeface="Calibri"/>
              </a:rPr>
              <a:t>BUSINESS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"/>
              </a:rPr>
              <a:t>Business &amp; Pilot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82296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Who pays: the hospital — TrustTim deflects hotline/reception load; every FAQ it absorbs frees CSKH staff for the cases that need a human.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Pilot: a 3-month pilot at Hanoi Heart Hospital’s Voluntary Department — start read-only (FAQ + triage), then wire the live booking/EMR endpoint behind the existing /api/booking.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Market: every Vietnamese hospital has this exact problem; TrustTim is env-swappable to any hospital’s knowledge base — change config, not code.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C0392B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Honest scope: booking is mocked and schedule/pricing are dated snapshots — both clearly labelled, each with a concrete next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6B7280"/>
                </a:solidFill>
                <a:latin typeface="Calibri"/>
              </a:rPr>
              <a:t>Doctor delivers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0" i="1">
                <a:solidFill>
                  <a:srgbClr val="1F2937"/>
                </a:solidFill>
                <a:latin typeface="Calibri"/>
              </a:rPr>
              <a:t>“As a physician, I would put this in front of my patients tomorrow.”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C0392B"/>
                </a:solidFill>
                <a:latin typeface="Calibri"/>
              </a:rPr>
              <a:t>Grounded.  Safe.  Deployable.  AI-native.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114800"/>
            <a:ext cx="128016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F2937"/>
                </a:solidFill>
                <a:latin typeface="Calibri"/>
              </a:rPr>
              <a:t>Live: https://trusttim-by-bananaphil.vercel.app/</a:t>
            </a:r>
          </a:p>
          <a:p>
            <a:r>
              <a:rPr sz="1400" b="0" i="0">
                <a:solidFill>
                  <a:srgbClr val="6B7280"/>
                </a:solidFill>
                <a:latin typeface="Calibri"/>
              </a:rPr>
              <a:t>Team BananaPhil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